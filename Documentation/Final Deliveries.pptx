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9" r:id="rId2"/>
    <p:sldId id="351" r:id="rId3"/>
    <p:sldId id="353" r:id="rId4"/>
    <p:sldId id="352" r:id="rId5"/>
    <p:sldId id="339" r:id="rId6"/>
    <p:sldId id="354" r:id="rId7"/>
    <p:sldId id="355" r:id="rId8"/>
    <p:sldId id="356" r:id="rId9"/>
    <p:sldId id="286" r:id="rId10"/>
  </p:sldIdLst>
  <p:sldSz cx="9144000" cy="5143500" type="screen16x9"/>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3"/>
    <p:restoredTop sz="94696"/>
  </p:normalViewPr>
  <p:slideViewPr>
    <p:cSldViewPr>
      <p:cViewPr varScale="1">
        <p:scale>
          <a:sx n="105" d="100"/>
          <a:sy n="105" d="100"/>
        </p:scale>
        <p:origin x="802" y="6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F7F646-11DB-D74C-98FA-322A52C408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MS PGothic" panose="020B0600070205080204" pitchFamily="34" charset="-128"/>
              </a:defRPr>
            </a:lvl1pPr>
          </a:lstStyle>
          <a:p>
            <a:pPr>
              <a:defRPr/>
            </a:pPr>
            <a:endParaRPr lang="en-ZA"/>
          </a:p>
        </p:txBody>
      </p:sp>
      <p:sp>
        <p:nvSpPr>
          <p:cNvPr id="3" name="Date Placeholder 2">
            <a:extLst>
              <a:ext uri="{FF2B5EF4-FFF2-40B4-BE49-F238E27FC236}">
                <a16:creationId xmlns:a16="http://schemas.microsoft.com/office/drawing/2014/main" id="{A02AAC69-88F6-5740-9CF5-B2EFE56B772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MS PGothic" panose="020B0600070205080204" pitchFamily="34" charset="-128"/>
              </a:defRPr>
            </a:lvl1pPr>
          </a:lstStyle>
          <a:p>
            <a:pPr>
              <a:defRPr/>
            </a:pPr>
            <a:fld id="{4D686A84-0D06-5246-9403-0DF822654ECA}" type="datetimeFigureOut">
              <a:rPr lang="en-ZA"/>
              <a:pPr>
                <a:defRPr/>
              </a:pPr>
              <a:t>2025/10/24</a:t>
            </a:fld>
            <a:endParaRPr lang="en-ZA"/>
          </a:p>
        </p:txBody>
      </p:sp>
      <p:sp>
        <p:nvSpPr>
          <p:cNvPr id="4" name="Slide Image Placeholder 3">
            <a:extLst>
              <a:ext uri="{FF2B5EF4-FFF2-40B4-BE49-F238E27FC236}">
                <a16:creationId xmlns:a16="http://schemas.microsoft.com/office/drawing/2014/main" id="{1AEB449C-A594-2146-B844-24236239C89B}"/>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ZA" noProof="0"/>
          </a:p>
        </p:txBody>
      </p:sp>
      <p:sp>
        <p:nvSpPr>
          <p:cNvPr id="5" name="Notes Placeholder 4">
            <a:extLst>
              <a:ext uri="{FF2B5EF4-FFF2-40B4-BE49-F238E27FC236}">
                <a16:creationId xmlns:a16="http://schemas.microsoft.com/office/drawing/2014/main" id="{4780862F-8397-344B-B591-44FEB108D74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ZA" noProof="0"/>
          </a:p>
        </p:txBody>
      </p:sp>
      <p:sp>
        <p:nvSpPr>
          <p:cNvPr id="6" name="Footer Placeholder 5">
            <a:extLst>
              <a:ext uri="{FF2B5EF4-FFF2-40B4-BE49-F238E27FC236}">
                <a16:creationId xmlns:a16="http://schemas.microsoft.com/office/drawing/2014/main" id="{828D35C6-CB47-1B41-B426-9C512660093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MS PGothic" panose="020B0600070205080204" pitchFamily="34" charset="-128"/>
              </a:defRPr>
            </a:lvl1pPr>
          </a:lstStyle>
          <a:p>
            <a:pPr>
              <a:defRPr/>
            </a:pPr>
            <a:endParaRPr lang="en-ZA"/>
          </a:p>
        </p:txBody>
      </p:sp>
      <p:sp>
        <p:nvSpPr>
          <p:cNvPr id="7" name="Slide Number Placeholder 6">
            <a:extLst>
              <a:ext uri="{FF2B5EF4-FFF2-40B4-BE49-F238E27FC236}">
                <a16:creationId xmlns:a16="http://schemas.microsoft.com/office/drawing/2014/main" id="{A047F48B-D98F-8F41-9D39-ABB0C939F68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F7D15D9-6024-4248-A34C-8933A6EB4B32}" type="slidenum">
              <a:rPr lang="en-ZA" altLang="en-US"/>
              <a:pPr/>
              <a:t>‹#›</a:t>
            </a:fld>
            <a:endParaRPr lang="en-Z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675B5E-1D37-EC42-A536-22EEF9749A6D}"/>
              </a:ext>
            </a:extLst>
          </p:cNvPr>
          <p:cNvSpPr/>
          <p:nvPr userDrawn="1"/>
        </p:nvSpPr>
        <p:spPr>
          <a:xfrm>
            <a:off x="0" y="-1588"/>
            <a:ext cx="9144000" cy="5145088"/>
          </a:xfrm>
          <a:prstGeom prst="rect">
            <a:avLst/>
          </a:prstGeom>
          <a:solidFill>
            <a:srgbClr val="00102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pic>
        <p:nvPicPr>
          <p:cNvPr id="5" name="Picture 5">
            <a:extLst>
              <a:ext uri="{FF2B5EF4-FFF2-40B4-BE49-F238E27FC236}">
                <a16:creationId xmlns:a16="http://schemas.microsoft.com/office/drawing/2014/main" id="{7856E848-2895-A347-BDC4-54CB94626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79700" y="744538"/>
            <a:ext cx="378936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611560" y="2787774"/>
            <a:ext cx="7848872" cy="486054"/>
          </a:xfrm>
        </p:spPr>
        <p:txBody>
          <a:bodyPr/>
          <a:lstStyle>
            <a:lvl1pPr algn="ctr">
              <a:defRPr sz="3600">
                <a:solidFill>
                  <a:schemeClr val="bg1"/>
                </a:solidFill>
              </a:defRPr>
            </a:lvl1pPr>
          </a:lstStyle>
          <a:p>
            <a:r>
              <a:rPr lang="en-GB" dirty="0"/>
              <a:t>Click to edit Master title style</a:t>
            </a:r>
          </a:p>
        </p:txBody>
      </p:sp>
      <p:sp>
        <p:nvSpPr>
          <p:cNvPr id="3075" name="Rectangle 3"/>
          <p:cNvSpPr>
            <a:spLocks noGrp="1" noChangeArrowheads="1"/>
          </p:cNvSpPr>
          <p:nvPr>
            <p:ph type="subTitle" idx="1"/>
          </p:nvPr>
        </p:nvSpPr>
        <p:spPr>
          <a:xfrm>
            <a:off x="611560" y="3381840"/>
            <a:ext cx="7848872" cy="1458218"/>
          </a:xfrm>
        </p:spPr>
        <p:txBody>
          <a:bodyPr/>
          <a:lstStyle>
            <a:lvl1pPr marL="0" indent="0" algn="ctr">
              <a:buFont typeface="Wingdings" pitchFamily="2" charset="2"/>
              <a:buNone/>
              <a:defRPr>
                <a:solidFill>
                  <a:schemeClr val="bg1"/>
                </a:solidFill>
              </a:defRPr>
            </a:lvl1pPr>
          </a:lstStyle>
          <a:p>
            <a:r>
              <a:rPr lang="en-GB" dirty="0"/>
              <a:t>Click to edit Master subtitle style</a:t>
            </a:r>
          </a:p>
        </p:txBody>
      </p:sp>
    </p:spTree>
    <p:extLst>
      <p:ext uri="{BB962C8B-B14F-4D97-AF65-F5344CB8AC3E}">
        <p14:creationId xmlns:p14="http://schemas.microsoft.com/office/powerpoint/2010/main" val="3273023541"/>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buClr>
                <a:srgbClr val="FEC000"/>
              </a:buClr>
              <a:buSzPct val="80000"/>
              <a:defRPr sz="2000">
                <a:latin typeface="Avenir Book"/>
              </a:defRPr>
            </a:lvl1pPr>
            <a:lvl2pPr>
              <a:buClr>
                <a:srgbClr val="FEC000"/>
              </a:buClr>
              <a:buSzPct val="80000"/>
              <a:defRPr sz="2000">
                <a:latin typeface="Avenir Book"/>
              </a:defRPr>
            </a:lvl2pPr>
            <a:lvl3pPr>
              <a:buClr>
                <a:srgbClr val="FEC000"/>
              </a:buClr>
              <a:buSzPct val="80000"/>
              <a:defRPr sz="2000">
                <a:latin typeface="Avenir Book"/>
              </a:defRPr>
            </a:lvl3pPr>
            <a:lvl4pPr>
              <a:buClr>
                <a:srgbClr val="FEC000"/>
              </a:buClr>
              <a:buSzPct val="80000"/>
              <a:defRPr sz="2000">
                <a:latin typeface="Avenir Book"/>
              </a:defRPr>
            </a:lvl4pPr>
            <a:lvl5pPr>
              <a:buClr>
                <a:srgbClr val="FEC000"/>
              </a:buClr>
              <a:buSzPct val="80000"/>
              <a:defRPr sz="2000">
                <a:latin typeface="Avenir 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9686535"/>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0" i="0" cap="none"/>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74872557"/>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3528" y="303498"/>
            <a:ext cx="8352928" cy="594122"/>
          </a:xfrm>
        </p:spPr>
        <p:txBody>
          <a:bodyPr/>
          <a:lstStyle/>
          <a:p>
            <a:r>
              <a:rPr lang="en-US"/>
              <a:t>Click to edit Master title style</a:t>
            </a:r>
          </a:p>
        </p:txBody>
      </p:sp>
      <p:sp>
        <p:nvSpPr>
          <p:cNvPr id="3" name="Content Placeholder 2"/>
          <p:cNvSpPr>
            <a:spLocks noGrp="1"/>
          </p:cNvSpPr>
          <p:nvPr>
            <p:ph sz="half" idx="1"/>
          </p:nvPr>
        </p:nvSpPr>
        <p:spPr>
          <a:xfrm>
            <a:off x="323528" y="1005576"/>
            <a:ext cx="4032572" cy="3589046"/>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08501" y="1005576"/>
            <a:ext cx="4176713" cy="3589046"/>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5117332"/>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4"/>
            <a:ext cx="4040188" cy="700335"/>
          </a:xfrm>
        </p:spPr>
        <p:txBody>
          <a:bodyPr anchor="ctr"/>
          <a:lstStyle>
            <a:lvl1pPr marL="0" indent="0">
              <a:buNone/>
              <a:defRPr sz="2200" b="0" i="0" baseline="0">
                <a:solidFill>
                  <a:srgbClr val="FEC000"/>
                </a:solidFill>
                <a:latin typeface="Avenir Black"/>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51670"/>
            <a:ext cx="4040188" cy="2742952"/>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151334"/>
            <a:ext cx="4041775" cy="700335"/>
          </a:xfrm>
        </p:spPr>
        <p:txBody>
          <a:bodyPr anchor="ctr"/>
          <a:lstStyle>
            <a:lvl1pPr marL="0" indent="0">
              <a:buNone/>
              <a:defRPr sz="2200" b="0" i="0" baseline="0">
                <a:solidFill>
                  <a:srgbClr val="FEC000"/>
                </a:solidFill>
                <a:latin typeface="Avenir Black"/>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51670"/>
            <a:ext cx="4041775" cy="2742952"/>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2015950"/>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42283823"/>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6072267"/>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9553" y="465516"/>
            <a:ext cx="2877497" cy="819774"/>
          </a:xfrm>
        </p:spPr>
        <p:txBody>
          <a:bodyPr anchor="t"/>
          <a:lstStyle>
            <a:lvl1pPr algn="l">
              <a:defRPr sz="2200" b="1">
                <a:solidFill>
                  <a:srgbClr val="FEC000"/>
                </a:solidFill>
                <a:latin typeface="Avenir Black"/>
              </a:defRPr>
            </a:lvl1pPr>
          </a:lstStyle>
          <a:p>
            <a:r>
              <a:rPr lang="en-US"/>
              <a:t>Click to edit Master title style</a:t>
            </a:r>
          </a:p>
        </p:txBody>
      </p:sp>
      <p:sp>
        <p:nvSpPr>
          <p:cNvPr id="3" name="Content Placeholder 2"/>
          <p:cNvSpPr>
            <a:spLocks noGrp="1"/>
          </p:cNvSpPr>
          <p:nvPr>
            <p:ph idx="1"/>
          </p:nvPr>
        </p:nvSpPr>
        <p:spPr>
          <a:xfrm>
            <a:off x="3714981" y="465517"/>
            <a:ext cx="4889467" cy="4129106"/>
          </a:xfrm>
        </p:spPr>
        <p:txBody>
          <a:bodyPr/>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9552" y="1285291"/>
            <a:ext cx="2877497" cy="330933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1280875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2000" b="0" i="0" baseline="0">
                <a:solidFill>
                  <a:srgbClr val="FEC000"/>
                </a:solidFill>
                <a:latin typeface="Avenir Black"/>
              </a:defRPr>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79099446"/>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67397" y="303498"/>
            <a:ext cx="8128527" cy="594122"/>
          </a:xfrm>
        </p:spPr>
        <p:txBody>
          <a:bodyPr/>
          <a:lstStyle/>
          <a:p>
            <a:r>
              <a:rPr lang="en-US" dirty="0"/>
              <a:t>Click to edit Master title style</a:t>
            </a:r>
          </a:p>
        </p:txBody>
      </p:sp>
      <p:sp>
        <p:nvSpPr>
          <p:cNvPr id="3" name="Vertical Text Placeholder 2"/>
          <p:cNvSpPr>
            <a:spLocks noGrp="1"/>
          </p:cNvSpPr>
          <p:nvPr>
            <p:ph type="body" orient="vert" idx="1"/>
          </p:nvPr>
        </p:nvSpPr>
        <p:spPr>
          <a:xfrm>
            <a:off x="467545" y="1113589"/>
            <a:ext cx="8136904" cy="3481034"/>
          </a:xfrm>
        </p:spPr>
        <p:txBody>
          <a:bodyPr vert="eaVert"/>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8077842"/>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7905" y="249493"/>
            <a:ext cx="2018551" cy="434513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67546" y="249493"/>
            <a:ext cx="5913947" cy="4345130"/>
          </a:xfrm>
        </p:spPr>
        <p:txBody>
          <a:bodyPr vert="eaVert"/>
          <a:lstStyle>
            <a:lvl1pPr>
              <a:buClr>
                <a:srgbClr val="FEC000"/>
              </a:buClr>
              <a:defRPr sz="2000">
                <a:latin typeface="Avenir Book"/>
              </a:defRPr>
            </a:lvl1pPr>
            <a:lvl2pPr>
              <a:buClr>
                <a:srgbClr val="FEC000"/>
              </a:buClr>
              <a:defRPr sz="2000">
                <a:latin typeface="Avenir Book"/>
              </a:defRPr>
            </a:lvl2pPr>
            <a:lvl3pPr>
              <a:buClr>
                <a:srgbClr val="FEC000"/>
              </a:buClr>
              <a:defRPr sz="2000">
                <a:latin typeface="Avenir Book"/>
              </a:defRPr>
            </a:lvl3pPr>
            <a:lvl4pPr>
              <a:buClr>
                <a:srgbClr val="FEC000"/>
              </a:buClr>
              <a:defRPr sz="2000">
                <a:latin typeface="Avenir Book"/>
              </a:defRPr>
            </a:lvl4pPr>
            <a:lvl5pPr>
              <a:buClr>
                <a:srgbClr val="FEC000"/>
              </a:buClr>
              <a:defRPr sz="2000">
                <a:latin typeface="Avenir 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90648238"/>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ferenc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63AEF05-AEDF-3144-B3F0-8CB875EA8DF6}"/>
              </a:ext>
            </a:extLst>
          </p:cNvPr>
          <p:cNvSpPr>
            <a:spLocks noChangeArrowheads="1"/>
          </p:cNvSpPr>
          <p:nvPr userDrawn="1"/>
        </p:nvSpPr>
        <p:spPr bwMode="auto">
          <a:xfrm>
            <a:off x="0" y="-1588"/>
            <a:ext cx="9144000" cy="5191126"/>
          </a:xfrm>
          <a:prstGeom prst="rect">
            <a:avLst/>
          </a:prstGeom>
          <a:solidFill>
            <a:srgbClr val="FEC000"/>
          </a:solidFill>
          <a:ln>
            <a:noFill/>
          </a:ln>
          <a:effectLst>
            <a:outerShdw blurRad="40000" dist="23000" dir="5400000" rotWithShape="0">
              <a:srgbClr val="80808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defRPr/>
            </a:pPr>
            <a:endParaRPr lang="en-US" dirty="0">
              <a:solidFill>
                <a:schemeClr val="lt1"/>
              </a:solidFill>
              <a:latin typeface="+mn-lt"/>
              <a:ea typeface="+mn-ea"/>
            </a:endParaRPr>
          </a:p>
        </p:txBody>
      </p:sp>
      <p:sp>
        <p:nvSpPr>
          <p:cNvPr id="4" name="Text Placeholder 8"/>
          <p:cNvSpPr>
            <a:spLocks noGrp="1"/>
          </p:cNvSpPr>
          <p:nvPr>
            <p:ph type="body" sz="quarter" idx="10"/>
          </p:nvPr>
        </p:nvSpPr>
        <p:spPr>
          <a:xfrm>
            <a:off x="2405064" y="239776"/>
            <a:ext cx="4376737" cy="4748870"/>
          </a:xfrm>
          <a:prstGeom prst="rect">
            <a:avLst/>
          </a:prstGeom>
        </p:spPr>
        <p:txBody>
          <a:bodyPr tIns="0" bIns="748800" anchor="ctr" anchorCtr="1"/>
          <a:lstStyle>
            <a:lvl1pPr marL="0" indent="0" algn="l">
              <a:lnSpc>
                <a:spcPct val="100000"/>
              </a:lnSpc>
              <a:spcBef>
                <a:spcPts val="0"/>
              </a:spcBef>
              <a:spcAft>
                <a:spcPts val="0"/>
              </a:spcAft>
              <a:buFontTx/>
              <a:buNone/>
              <a:defRPr>
                <a:solidFill>
                  <a:schemeClr val="bg1"/>
                </a:solidFill>
                <a:latin typeface="Avenir Medium"/>
                <a:cs typeface="Avenir Medium"/>
              </a:defRPr>
            </a:lvl1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1755505026"/>
      </p:ext>
    </p:extLst>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31A0E5-DB70-FE43-A657-E5F38DB52B1A}"/>
              </a:ext>
            </a:extLst>
          </p:cNvPr>
          <p:cNvSpPr/>
          <p:nvPr userDrawn="1"/>
        </p:nvSpPr>
        <p:spPr>
          <a:xfrm>
            <a:off x="-339725" y="-192088"/>
            <a:ext cx="9823450" cy="5527676"/>
          </a:xfrm>
          <a:prstGeom prst="rect">
            <a:avLst/>
          </a:prstGeom>
          <a:solidFill>
            <a:srgbClr val="001027"/>
          </a:solidFill>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4" name="Text Placeholder 8"/>
          <p:cNvSpPr>
            <a:spLocks noGrp="1"/>
          </p:cNvSpPr>
          <p:nvPr>
            <p:ph type="body" sz="quarter" idx="10"/>
          </p:nvPr>
        </p:nvSpPr>
        <p:spPr>
          <a:xfrm>
            <a:off x="2405064" y="725984"/>
            <a:ext cx="4376737" cy="4262661"/>
          </a:xfrm>
          <a:prstGeom prst="rect">
            <a:avLst/>
          </a:prstGeom>
        </p:spPr>
        <p:txBody>
          <a:bodyPr tIns="0" bIns="748800" anchor="ctr" anchorCtr="1"/>
          <a:lstStyle>
            <a:lvl1pPr marL="0" indent="0" algn="l">
              <a:lnSpc>
                <a:spcPct val="100000"/>
              </a:lnSpc>
              <a:spcBef>
                <a:spcPts val="0"/>
              </a:spcBef>
              <a:spcAft>
                <a:spcPts val="0"/>
              </a:spcAft>
              <a:buFontTx/>
              <a:buNone/>
              <a:defRPr sz="3200">
                <a:solidFill>
                  <a:schemeClr val="bg1"/>
                </a:solidFill>
                <a:latin typeface="Avenir Medium"/>
                <a:cs typeface="Avenir Medium"/>
              </a:defRPr>
            </a:lvl1pPr>
          </a:lstStyle>
          <a:p>
            <a:r>
              <a:rPr lang="en-US" dirty="0"/>
              <a:t>Thank You</a:t>
            </a:r>
            <a:endParaRPr lang="en-GB" dirty="0"/>
          </a:p>
        </p:txBody>
      </p:sp>
    </p:spTree>
    <p:extLst>
      <p:ext uri="{BB962C8B-B14F-4D97-AF65-F5344CB8AC3E}">
        <p14:creationId xmlns:p14="http://schemas.microsoft.com/office/powerpoint/2010/main" val="626541772"/>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2" name="Picture 4" descr="Slogan Slide (16-9).jpg">
            <a:extLst>
              <a:ext uri="{FF2B5EF4-FFF2-40B4-BE49-F238E27FC236}">
                <a16:creationId xmlns:a16="http://schemas.microsoft.com/office/drawing/2014/main" id="{77DE7C6C-ACAF-4A43-8026-8190A147D0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450" y="-30163"/>
            <a:ext cx="9240838" cy="520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902025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742355B-B02A-AC47-ABF5-98E79F960782}"/>
              </a:ext>
            </a:extLst>
          </p:cNvPr>
          <p:cNvSpPr>
            <a:spLocks noGrp="1" noChangeArrowheads="1"/>
          </p:cNvSpPr>
          <p:nvPr>
            <p:ph type="title"/>
          </p:nvPr>
        </p:nvSpPr>
        <p:spPr bwMode="auto">
          <a:xfrm>
            <a:off x="323850" y="303213"/>
            <a:ext cx="84963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030A3987-9B39-2442-BC32-13B62A87A287}"/>
              </a:ext>
            </a:extLst>
          </p:cNvPr>
          <p:cNvSpPr>
            <a:spLocks noGrp="1" noChangeArrowheads="1"/>
          </p:cNvSpPr>
          <p:nvPr>
            <p:ph type="body" idx="1"/>
          </p:nvPr>
        </p:nvSpPr>
        <p:spPr bwMode="auto">
          <a:xfrm>
            <a:off x="323850" y="1112838"/>
            <a:ext cx="8505825" cy="348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p:txBody>
      </p:sp>
      <p:sp>
        <p:nvSpPr>
          <p:cNvPr id="1028" name="Picture 6">
            <a:extLst>
              <a:ext uri="{FF2B5EF4-FFF2-40B4-BE49-F238E27FC236}">
                <a16:creationId xmlns:a16="http://schemas.microsoft.com/office/drawing/2014/main" id="{C04C555E-0F38-FF40-A4E5-05B282AECB75}"/>
              </a:ext>
            </a:extLst>
          </p:cNvPr>
          <p:cNvSpPr>
            <a:spLocks noChangeAspect="1"/>
          </p:cNvSpPr>
          <p:nvPr userDrawn="1"/>
        </p:nvSpPr>
        <p:spPr bwMode="auto">
          <a:xfrm>
            <a:off x="0" y="4508500"/>
            <a:ext cx="9144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a:pPr>
            <a:endParaRPr lang="en-ZA" altLang="en-US"/>
          </a:p>
        </p:txBody>
      </p:sp>
    </p:spTree>
  </p:cSld>
  <p:clrMap bg1="lt1" tx1="dk1" bg2="lt2" tx2="dk2" accent1="accent1" accent2="accent2" accent3="accent3" accent4="accent4" accent5="accent5" accent6="accent6" hlink="hlink" folHlink="folHlink"/>
  <p:sldLayoutIdLst>
    <p:sldLayoutId id="2147484855" r:id="rId1"/>
    <p:sldLayoutId id="2147484856" r:id="rId2"/>
    <p:sldLayoutId id="2147484857" r:id="rId3"/>
    <p:sldLayoutId id="2147484858" r:id="rId4"/>
    <p:sldLayoutId id="2147484859" r:id="rId5"/>
    <p:sldLayoutId id="2147484860" r:id="rId6"/>
    <p:sldLayoutId id="2147484861" r:id="rId7"/>
    <p:sldLayoutId id="2147484862" r:id="rId8"/>
    <p:sldLayoutId id="2147484863" r:id="rId9"/>
    <p:sldLayoutId id="2147484864" r:id="rId10"/>
    <p:sldLayoutId id="2147484865" r:id="rId11"/>
    <p:sldLayoutId id="2147484866" r:id="rId12"/>
    <p:sldLayoutId id="2147484867" r:id="rId13"/>
    <p:sldLayoutId id="2147484868" r:id="rId14"/>
  </p:sldLayoutIdLst>
  <p:txStyles>
    <p:titleStyle>
      <a:lvl1pPr algn="l" rtl="0" eaLnBrk="0" fontAlgn="base" hangingPunct="0">
        <a:spcBef>
          <a:spcPct val="0"/>
        </a:spcBef>
        <a:spcAft>
          <a:spcPct val="0"/>
        </a:spcAft>
        <a:defRPr sz="4000">
          <a:solidFill>
            <a:srgbClr val="001027"/>
          </a:solidFill>
          <a:latin typeface="Avenir Medium"/>
          <a:ea typeface="MS PGothic" panose="020B0600070205080204" pitchFamily="34" charset="-128"/>
          <a:cs typeface="+mj-cs"/>
        </a:defRPr>
      </a:lvl1pPr>
      <a:lvl2pPr algn="l" rtl="0" eaLnBrk="0" fontAlgn="base" hangingPunct="0">
        <a:spcBef>
          <a:spcPct val="0"/>
        </a:spcBef>
        <a:spcAft>
          <a:spcPct val="0"/>
        </a:spcAft>
        <a:defRPr sz="4000">
          <a:solidFill>
            <a:srgbClr val="001027"/>
          </a:solidFill>
          <a:latin typeface="Avenir Medium" charset="0"/>
          <a:ea typeface="MS PGothic" panose="020B0600070205080204" pitchFamily="34" charset="-128"/>
        </a:defRPr>
      </a:lvl2pPr>
      <a:lvl3pPr algn="l" rtl="0" eaLnBrk="0" fontAlgn="base" hangingPunct="0">
        <a:spcBef>
          <a:spcPct val="0"/>
        </a:spcBef>
        <a:spcAft>
          <a:spcPct val="0"/>
        </a:spcAft>
        <a:defRPr sz="4000">
          <a:solidFill>
            <a:srgbClr val="001027"/>
          </a:solidFill>
          <a:latin typeface="Avenir Medium" charset="0"/>
          <a:ea typeface="MS PGothic" panose="020B0600070205080204" pitchFamily="34" charset="-128"/>
        </a:defRPr>
      </a:lvl3pPr>
      <a:lvl4pPr algn="l" rtl="0" eaLnBrk="0" fontAlgn="base" hangingPunct="0">
        <a:spcBef>
          <a:spcPct val="0"/>
        </a:spcBef>
        <a:spcAft>
          <a:spcPct val="0"/>
        </a:spcAft>
        <a:defRPr sz="4000">
          <a:solidFill>
            <a:srgbClr val="001027"/>
          </a:solidFill>
          <a:latin typeface="Avenir Medium" charset="0"/>
          <a:ea typeface="MS PGothic" panose="020B0600070205080204" pitchFamily="34" charset="-128"/>
        </a:defRPr>
      </a:lvl4pPr>
      <a:lvl5pPr algn="l" rtl="0" eaLnBrk="0" fontAlgn="base" hangingPunct="0">
        <a:spcBef>
          <a:spcPct val="0"/>
        </a:spcBef>
        <a:spcAft>
          <a:spcPct val="0"/>
        </a:spcAft>
        <a:defRPr sz="4000">
          <a:solidFill>
            <a:srgbClr val="001027"/>
          </a:solidFill>
          <a:latin typeface="Avenir Medium" charset="0"/>
          <a:ea typeface="MS PGothic" panose="020B0600070205080204" pitchFamily="34" charset="-128"/>
        </a:defRPr>
      </a:lvl5pPr>
      <a:lvl6pPr marL="457200" algn="l" rtl="0" fontAlgn="base">
        <a:spcBef>
          <a:spcPct val="0"/>
        </a:spcBef>
        <a:spcAft>
          <a:spcPct val="0"/>
        </a:spcAft>
        <a:defRPr sz="3200" b="1">
          <a:solidFill>
            <a:schemeClr val="bg1"/>
          </a:solidFill>
          <a:latin typeface="Arial" charset="0"/>
        </a:defRPr>
      </a:lvl6pPr>
      <a:lvl7pPr marL="914400" algn="l" rtl="0" fontAlgn="base">
        <a:spcBef>
          <a:spcPct val="0"/>
        </a:spcBef>
        <a:spcAft>
          <a:spcPct val="0"/>
        </a:spcAft>
        <a:defRPr sz="3200" b="1">
          <a:solidFill>
            <a:schemeClr val="bg1"/>
          </a:solidFill>
          <a:latin typeface="Arial" charset="0"/>
        </a:defRPr>
      </a:lvl7pPr>
      <a:lvl8pPr marL="1371600" algn="l" rtl="0" fontAlgn="base">
        <a:spcBef>
          <a:spcPct val="0"/>
        </a:spcBef>
        <a:spcAft>
          <a:spcPct val="0"/>
        </a:spcAft>
        <a:defRPr sz="3200" b="1">
          <a:solidFill>
            <a:schemeClr val="bg1"/>
          </a:solidFill>
          <a:latin typeface="Arial" charset="0"/>
        </a:defRPr>
      </a:lvl8pPr>
      <a:lvl9pPr marL="1828800" algn="l" rtl="0" fontAlgn="base">
        <a:spcBef>
          <a:spcPct val="0"/>
        </a:spcBef>
        <a:spcAft>
          <a:spcPct val="0"/>
        </a:spcAft>
        <a:defRPr sz="3200" b="1">
          <a:solidFill>
            <a:schemeClr val="bg1"/>
          </a:solidFill>
          <a:latin typeface="Arial" charset="0"/>
        </a:defRPr>
      </a:lvl9pPr>
    </p:titleStyle>
    <p:bodyStyle>
      <a:lvl1pPr marL="173038" indent="-173038" algn="l" rtl="0" eaLnBrk="0" fontAlgn="base" hangingPunct="0">
        <a:spcBef>
          <a:spcPct val="20000"/>
        </a:spcBef>
        <a:spcAft>
          <a:spcPct val="0"/>
        </a:spcAft>
        <a:buClr>
          <a:srgbClr val="FEC000"/>
        </a:buClr>
        <a:buSzPct val="75000"/>
        <a:buFont typeface="Wingdings" pitchFamily="2" charset="2"/>
        <a:buChar char="§"/>
        <a:defRPr sz="2000">
          <a:solidFill>
            <a:schemeClr val="tx1"/>
          </a:solidFill>
          <a:latin typeface="Avenir Book"/>
          <a:ea typeface="MS PGothic" panose="020B0600070205080204" pitchFamily="34" charset="-128"/>
          <a:cs typeface="+mn-cs"/>
        </a:defRPr>
      </a:lvl1pPr>
      <a:lvl2pPr marL="347663" indent="-173038" algn="l" rtl="0" eaLnBrk="0" fontAlgn="base" hangingPunct="0">
        <a:spcBef>
          <a:spcPct val="20000"/>
        </a:spcBef>
        <a:spcAft>
          <a:spcPct val="0"/>
        </a:spcAft>
        <a:buClr>
          <a:srgbClr val="FEC000"/>
        </a:buClr>
        <a:buSzPct val="75000"/>
        <a:buChar char="•"/>
        <a:defRPr sz="2000">
          <a:solidFill>
            <a:schemeClr val="tx1"/>
          </a:solidFill>
          <a:latin typeface="Avenir Book"/>
          <a:ea typeface="MS PGothic" panose="020B0600070205080204" pitchFamily="34" charset="-128"/>
        </a:defRPr>
      </a:lvl2pPr>
      <a:lvl3pPr marL="547688" indent="-198438" algn="l" rtl="0" eaLnBrk="0" fontAlgn="base" hangingPunct="0">
        <a:spcBef>
          <a:spcPct val="20000"/>
        </a:spcBef>
        <a:spcAft>
          <a:spcPct val="0"/>
        </a:spcAft>
        <a:buClr>
          <a:srgbClr val="FEC000"/>
        </a:buClr>
        <a:buSzPct val="75000"/>
        <a:buFont typeface="Arial" panose="020B0604020202020204" pitchFamily="34" charset="0"/>
        <a:buChar char="-"/>
        <a:defRPr sz="2000">
          <a:solidFill>
            <a:schemeClr val="tx1"/>
          </a:solidFill>
          <a:latin typeface="Avenir Book"/>
          <a:ea typeface="MS PGothic" panose="020B0600070205080204" pitchFamily="34" charset="-128"/>
        </a:defRPr>
      </a:lvl3pPr>
      <a:lvl4pPr marL="1600200" indent="-228600" algn="l" rtl="0" eaLnBrk="0" fontAlgn="base" hangingPunct="0">
        <a:spcBef>
          <a:spcPct val="20000"/>
        </a:spcBef>
        <a:spcAft>
          <a:spcPct val="0"/>
        </a:spcAft>
        <a:buClr>
          <a:srgbClr val="003057"/>
        </a:buClr>
        <a:buFont typeface="Wingdings" pitchFamily="2" charset="2"/>
        <a:buChar char="§"/>
        <a:defRPr sz="24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lr>
          <a:srgbClr val="003057"/>
        </a:buClr>
        <a:buFont typeface="Wingdings" pitchFamily="2" charset="2"/>
        <a:buChar char="§"/>
        <a:defRPr sz="2400">
          <a:solidFill>
            <a:schemeClr val="tx1"/>
          </a:solidFill>
          <a:latin typeface="+mn-lt"/>
          <a:ea typeface="MS PGothic" panose="020B0600070205080204" pitchFamily="34" charset="-128"/>
        </a:defRPr>
      </a:lvl5pPr>
      <a:lvl6pPr marL="25146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6pPr>
      <a:lvl7pPr marL="29718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7pPr>
      <a:lvl8pPr marL="34290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8pPr>
      <a:lvl9pPr marL="3886200" indent="-228600" algn="l" rtl="0" fontAlgn="base">
        <a:spcBef>
          <a:spcPct val="20000"/>
        </a:spcBef>
        <a:spcAft>
          <a:spcPct val="0"/>
        </a:spcAft>
        <a:buClr>
          <a:srgbClr val="003057"/>
        </a:buClr>
        <a:buFont typeface="Wingdings" pitchFamily="2" charset="2"/>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2CA826E-FFA0-FA44-A716-A9632F6B4B42}"/>
              </a:ext>
            </a:extLst>
          </p:cNvPr>
          <p:cNvSpPr>
            <a:spLocks noGrp="1"/>
          </p:cNvSpPr>
          <p:nvPr>
            <p:ph type="ctrTitle"/>
          </p:nvPr>
        </p:nvSpPr>
        <p:spPr>
          <a:xfrm>
            <a:off x="539552" y="2931790"/>
            <a:ext cx="7848600" cy="485775"/>
          </a:xfrm>
        </p:spPr>
        <p:txBody>
          <a:bodyPr/>
          <a:lstStyle/>
          <a:p>
            <a:pPr>
              <a:defRPr/>
            </a:pPr>
            <a:r>
              <a:rPr lang="en-US" altLang="en-US" sz="2800" dirty="0">
                <a:latin typeface="+mn-lt"/>
                <a:ea typeface="ＭＳ Ｐゴシック" panose="020B0600070205080204" pitchFamily="34" charset="-128"/>
              </a:rPr>
              <a:t>Final Deliveries – </a:t>
            </a:r>
            <a:br>
              <a:rPr lang="en-US" altLang="en-US" sz="2800" dirty="0">
                <a:latin typeface="+mn-lt"/>
                <a:ea typeface="ＭＳ Ｐゴシック" panose="020B0600070205080204" pitchFamily="34" charset="-128"/>
              </a:rPr>
            </a:br>
            <a:r>
              <a:rPr lang="en-US" altLang="en-US" sz="2800" dirty="0">
                <a:latin typeface="+mn-lt"/>
                <a:ea typeface="ＭＳ Ｐゴシック" panose="020B0600070205080204" pitchFamily="34" charset="-128"/>
              </a:rPr>
              <a:t>Presentations, Documentation and System</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CBA3-5B16-3246-A2A0-F4C4E0AD1C4B}"/>
              </a:ext>
            </a:extLst>
          </p:cNvPr>
          <p:cNvSpPr>
            <a:spLocks noGrp="1"/>
          </p:cNvSpPr>
          <p:nvPr>
            <p:ph type="title"/>
          </p:nvPr>
        </p:nvSpPr>
        <p:spPr/>
        <p:txBody>
          <a:bodyPr/>
          <a:lstStyle/>
          <a:p>
            <a:r>
              <a:rPr lang="en-US" dirty="0"/>
              <a:t>Final deliveries / submissions</a:t>
            </a:r>
          </a:p>
        </p:txBody>
      </p:sp>
      <p:sp>
        <p:nvSpPr>
          <p:cNvPr id="3" name="Content Placeholder 2">
            <a:extLst>
              <a:ext uri="{FF2B5EF4-FFF2-40B4-BE49-F238E27FC236}">
                <a16:creationId xmlns:a16="http://schemas.microsoft.com/office/drawing/2014/main" id="{F2558FB0-48F4-0A42-AAD4-F37DBEB28AB6}"/>
              </a:ext>
            </a:extLst>
          </p:cNvPr>
          <p:cNvSpPr>
            <a:spLocks noGrp="1"/>
          </p:cNvSpPr>
          <p:nvPr>
            <p:ph idx="1"/>
          </p:nvPr>
        </p:nvSpPr>
        <p:spPr>
          <a:xfrm>
            <a:off x="323850" y="898550"/>
            <a:ext cx="8505825" cy="3481387"/>
          </a:xfrm>
        </p:spPr>
        <p:txBody>
          <a:bodyPr/>
          <a:lstStyle/>
          <a:p>
            <a:r>
              <a:rPr lang="en-US" b="1" dirty="0"/>
              <a:t>Documentation</a:t>
            </a:r>
            <a:r>
              <a:rPr lang="en-US" dirty="0"/>
              <a:t> - due (at the latest) by </a:t>
            </a:r>
            <a:r>
              <a:rPr lang="en-US" b="1" dirty="0"/>
              <a:t>14 November 2025 23:59</a:t>
            </a:r>
          </a:p>
          <a:p>
            <a:pPr lvl="1"/>
            <a:r>
              <a:rPr lang="en-US" dirty="0"/>
              <a:t>Submit on Moodle site in a similar format to the provided template</a:t>
            </a:r>
          </a:p>
          <a:p>
            <a:pPr lvl="2"/>
            <a:r>
              <a:rPr lang="en-US" dirty="0"/>
              <a:t>Ensure that your document contains page numbering and a table of contents.</a:t>
            </a:r>
          </a:p>
          <a:p>
            <a:pPr lvl="1"/>
            <a:r>
              <a:rPr lang="en-US" dirty="0"/>
              <a:t>Single document containing final versions of </a:t>
            </a:r>
          </a:p>
          <a:p>
            <a:pPr lvl="2"/>
            <a:r>
              <a:rPr lang="en-US" dirty="0"/>
              <a:t>Business case</a:t>
            </a:r>
          </a:p>
          <a:p>
            <a:pPr lvl="2"/>
            <a:r>
              <a:rPr lang="en-US" dirty="0"/>
              <a:t>System Requirements Specification and Technical Design</a:t>
            </a:r>
          </a:p>
          <a:p>
            <a:pPr lvl="2"/>
            <a:r>
              <a:rPr lang="en-US" dirty="0"/>
              <a:t>Implementation</a:t>
            </a:r>
          </a:p>
          <a:p>
            <a:pPr lvl="1"/>
            <a:r>
              <a:rPr lang="en-US" b="1" dirty="0"/>
              <a:t>Add a conclusion section (for the entire document) to the end.</a:t>
            </a:r>
          </a:p>
          <a:p>
            <a:pPr lvl="1"/>
            <a:r>
              <a:rPr lang="en-US" b="1" dirty="0"/>
              <a:t>A combined references section.</a:t>
            </a:r>
          </a:p>
          <a:p>
            <a:pPr lvl="1"/>
            <a:r>
              <a:rPr lang="en-US" b="1" dirty="0"/>
              <a:t>Add the revision reports (Appendix A, B and C)</a:t>
            </a:r>
          </a:p>
          <a:p>
            <a:pPr lvl="1"/>
            <a:endParaRPr lang="en-US" dirty="0"/>
          </a:p>
          <a:p>
            <a:pPr lvl="1"/>
            <a:endParaRPr lang="en-US" dirty="0"/>
          </a:p>
        </p:txBody>
      </p:sp>
    </p:spTree>
    <p:extLst>
      <p:ext uri="{BB962C8B-B14F-4D97-AF65-F5344CB8AC3E}">
        <p14:creationId xmlns:p14="http://schemas.microsoft.com/office/powerpoint/2010/main" val="944599021"/>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CBA3-5B16-3246-A2A0-F4C4E0AD1C4B}"/>
              </a:ext>
            </a:extLst>
          </p:cNvPr>
          <p:cNvSpPr>
            <a:spLocks noGrp="1"/>
          </p:cNvSpPr>
          <p:nvPr>
            <p:ph type="title"/>
          </p:nvPr>
        </p:nvSpPr>
        <p:spPr/>
        <p:txBody>
          <a:bodyPr/>
          <a:lstStyle/>
          <a:p>
            <a:r>
              <a:rPr lang="en-US" dirty="0"/>
              <a:t>Final deliveries / submissions</a:t>
            </a:r>
          </a:p>
        </p:txBody>
      </p:sp>
      <p:sp>
        <p:nvSpPr>
          <p:cNvPr id="3" name="Content Placeholder 2">
            <a:extLst>
              <a:ext uri="{FF2B5EF4-FFF2-40B4-BE49-F238E27FC236}">
                <a16:creationId xmlns:a16="http://schemas.microsoft.com/office/drawing/2014/main" id="{F2558FB0-48F4-0A42-AAD4-F37DBEB28AB6}"/>
              </a:ext>
            </a:extLst>
          </p:cNvPr>
          <p:cNvSpPr>
            <a:spLocks noGrp="1"/>
          </p:cNvSpPr>
          <p:nvPr>
            <p:ph idx="1"/>
          </p:nvPr>
        </p:nvSpPr>
        <p:spPr/>
        <p:txBody>
          <a:bodyPr/>
          <a:lstStyle/>
          <a:p>
            <a:r>
              <a:rPr lang="en-US" b="1" dirty="0"/>
              <a:t>Narrated System Overview Video -</a:t>
            </a:r>
            <a:r>
              <a:rPr lang="en-US" dirty="0"/>
              <a:t> due by </a:t>
            </a:r>
            <a:r>
              <a:rPr lang="en-US" b="1" dirty="0"/>
              <a:t>14 November 2025 23:59</a:t>
            </a:r>
            <a:endParaRPr lang="en-US" dirty="0"/>
          </a:p>
          <a:p>
            <a:pPr lvl="1"/>
            <a:r>
              <a:rPr lang="en-US" dirty="0"/>
              <a:t>This is an optional submission.  Will only be used if your system fails during presentation, if you want to demonstrate improvements to your system or things you did not have time to present.</a:t>
            </a:r>
          </a:p>
          <a:p>
            <a:pPr lvl="1"/>
            <a:r>
              <a:rPr lang="en-US" dirty="0"/>
              <a:t>Will only be accepted if you provided the GitHub link to your project prior to your original presentation slot.</a:t>
            </a:r>
          </a:p>
          <a:p>
            <a:pPr lvl="1"/>
            <a:r>
              <a:rPr lang="en-US" dirty="0"/>
              <a:t>Submit on Moodle site according to the specifications provided in the </a:t>
            </a:r>
            <a:r>
              <a:rPr lang="en-US" b="1" dirty="0"/>
              <a:t>Narrated system overview video instructions </a:t>
            </a:r>
            <a:r>
              <a:rPr lang="en-US" dirty="0"/>
              <a:t>document.</a:t>
            </a:r>
          </a:p>
          <a:p>
            <a:pPr lvl="1"/>
            <a:r>
              <a:rPr lang="en-US" dirty="0"/>
              <a:t>May be viewed (if available) if questions arise during the marking of your final documentation.</a:t>
            </a:r>
          </a:p>
        </p:txBody>
      </p:sp>
    </p:spTree>
    <p:extLst>
      <p:ext uri="{BB962C8B-B14F-4D97-AF65-F5344CB8AC3E}">
        <p14:creationId xmlns:p14="http://schemas.microsoft.com/office/powerpoint/2010/main" val="2181832381"/>
      </p:ext>
    </p:extLst>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CBA3-5B16-3246-A2A0-F4C4E0AD1C4B}"/>
              </a:ext>
            </a:extLst>
          </p:cNvPr>
          <p:cNvSpPr>
            <a:spLocks noGrp="1"/>
          </p:cNvSpPr>
          <p:nvPr>
            <p:ph type="title"/>
          </p:nvPr>
        </p:nvSpPr>
        <p:spPr/>
        <p:txBody>
          <a:bodyPr/>
          <a:lstStyle/>
          <a:p>
            <a:r>
              <a:rPr lang="en-US" dirty="0"/>
              <a:t>Final deliveries / submissions</a:t>
            </a:r>
          </a:p>
        </p:txBody>
      </p:sp>
      <p:sp>
        <p:nvSpPr>
          <p:cNvPr id="3" name="Content Placeholder 2">
            <a:extLst>
              <a:ext uri="{FF2B5EF4-FFF2-40B4-BE49-F238E27FC236}">
                <a16:creationId xmlns:a16="http://schemas.microsoft.com/office/drawing/2014/main" id="{F2558FB0-48F4-0A42-AAD4-F37DBEB28AB6}"/>
              </a:ext>
            </a:extLst>
          </p:cNvPr>
          <p:cNvSpPr>
            <a:spLocks noGrp="1"/>
          </p:cNvSpPr>
          <p:nvPr>
            <p:ph idx="1"/>
          </p:nvPr>
        </p:nvSpPr>
        <p:spPr/>
        <p:txBody>
          <a:bodyPr/>
          <a:lstStyle/>
          <a:p>
            <a:r>
              <a:rPr lang="en-US" b="1" dirty="0"/>
              <a:t>Presentation slides</a:t>
            </a:r>
            <a:r>
              <a:rPr lang="en-US" dirty="0"/>
              <a:t> - due on </a:t>
            </a:r>
            <a:r>
              <a:rPr lang="en-US" b="1" dirty="0"/>
              <a:t>the day of your presentation</a:t>
            </a:r>
          </a:p>
          <a:p>
            <a:pPr lvl="1"/>
            <a:r>
              <a:rPr lang="en-US" dirty="0"/>
              <a:t>Submit your slides on the Moodle site on the day of your presentation.</a:t>
            </a:r>
          </a:p>
          <a:p>
            <a:pPr lvl="1"/>
            <a:r>
              <a:rPr lang="en-US" dirty="0"/>
              <a:t>Book a presentation slot through the booking link on the ITPV302 Moodle page.</a:t>
            </a:r>
          </a:p>
          <a:p>
            <a:pPr lvl="1"/>
            <a:r>
              <a:rPr lang="en-US" dirty="0"/>
              <a:t>Required to give to the moderator.  Marks to be deducted from presentation if not submitted.</a:t>
            </a:r>
          </a:p>
          <a:p>
            <a:pPr lvl="1"/>
            <a:endParaRPr lang="en-US" dirty="0"/>
          </a:p>
        </p:txBody>
      </p:sp>
    </p:spTree>
    <p:extLst>
      <p:ext uri="{BB962C8B-B14F-4D97-AF65-F5344CB8AC3E}">
        <p14:creationId xmlns:p14="http://schemas.microsoft.com/office/powerpoint/2010/main" val="72846950"/>
      </p:ext>
    </p:extLst>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28BFAC4E-A240-5D4A-BABC-DA1AF27BD4F2}"/>
              </a:ext>
            </a:extLst>
          </p:cNvPr>
          <p:cNvSpPr>
            <a:spLocks noGrp="1"/>
          </p:cNvSpPr>
          <p:nvPr>
            <p:ph type="title"/>
          </p:nvPr>
        </p:nvSpPr>
        <p:spPr>
          <a:xfrm>
            <a:off x="323528" y="267494"/>
            <a:ext cx="8064500" cy="593725"/>
          </a:xfrm>
        </p:spPr>
        <p:txBody>
          <a:bodyPr/>
          <a:lstStyle/>
          <a:p>
            <a:pPr>
              <a:defRPr/>
            </a:pPr>
            <a:r>
              <a:rPr lang="en-ZA" altLang="en-US" dirty="0"/>
              <a:t>Presentation details</a:t>
            </a:r>
          </a:p>
        </p:txBody>
      </p:sp>
      <p:sp>
        <p:nvSpPr>
          <p:cNvPr id="3" name="Content Placeholder 2">
            <a:extLst>
              <a:ext uri="{FF2B5EF4-FFF2-40B4-BE49-F238E27FC236}">
                <a16:creationId xmlns:a16="http://schemas.microsoft.com/office/drawing/2014/main" id="{6021C893-289F-8343-80D9-BAAD770989C3}"/>
              </a:ext>
            </a:extLst>
          </p:cNvPr>
          <p:cNvSpPr>
            <a:spLocks noGrp="1"/>
          </p:cNvSpPr>
          <p:nvPr>
            <p:ph idx="1"/>
          </p:nvPr>
        </p:nvSpPr>
        <p:spPr>
          <a:xfrm>
            <a:off x="356591" y="987574"/>
            <a:ext cx="8064500" cy="3481388"/>
          </a:xfrm>
        </p:spPr>
        <p:txBody>
          <a:bodyPr/>
          <a:lstStyle/>
          <a:p>
            <a:pPr>
              <a:defRPr/>
            </a:pPr>
            <a:r>
              <a:rPr lang="en-ZA" b="1" dirty="0"/>
              <a:t>30-minute presentation slot</a:t>
            </a:r>
          </a:p>
          <a:p>
            <a:pPr lvl="1">
              <a:defRPr/>
            </a:pPr>
            <a:r>
              <a:rPr lang="en-ZA" dirty="0"/>
              <a:t>20-to-25-minute presentation</a:t>
            </a:r>
          </a:p>
          <a:p>
            <a:pPr lvl="1">
              <a:defRPr/>
            </a:pPr>
            <a:r>
              <a:rPr lang="en-ZA" dirty="0"/>
              <a:t>Questions / Feedback </a:t>
            </a:r>
          </a:p>
          <a:p>
            <a:pPr lvl="1">
              <a:defRPr/>
            </a:pPr>
            <a:r>
              <a:rPr lang="en-ZA" dirty="0"/>
              <a:t>Make a booking via Moodle</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28BFAC4E-A240-5D4A-BABC-DA1AF27BD4F2}"/>
              </a:ext>
            </a:extLst>
          </p:cNvPr>
          <p:cNvSpPr>
            <a:spLocks noGrp="1"/>
          </p:cNvSpPr>
          <p:nvPr>
            <p:ph type="title"/>
          </p:nvPr>
        </p:nvSpPr>
        <p:spPr>
          <a:xfrm>
            <a:off x="323528" y="267494"/>
            <a:ext cx="8064500" cy="593725"/>
          </a:xfrm>
        </p:spPr>
        <p:txBody>
          <a:bodyPr/>
          <a:lstStyle/>
          <a:p>
            <a:pPr>
              <a:defRPr/>
            </a:pPr>
            <a:r>
              <a:rPr lang="en-ZA" altLang="en-US" dirty="0"/>
              <a:t>Presentation details</a:t>
            </a:r>
          </a:p>
        </p:txBody>
      </p:sp>
      <p:sp>
        <p:nvSpPr>
          <p:cNvPr id="3" name="Content Placeholder 2">
            <a:extLst>
              <a:ext uri="{FF2B5EF4-FFF2-40B4-BE49-F238E27FC236}">
                <a16:creationId xmlns:a16="http://schemas.microsoft.com/office/drawing/2014/main" id="{6021C893-289F-8343-80D9-BAAD770989C3}"/>
              </a:ext>
            </a:extLst>
          </p:cNvPr>
          <p:cNvSpPr>
            <a:spLocks noGrp="1"/>
          </p:cNvSpPr>
          <p:nvPr>
            <p:ph idx="1"/>
          </p:nvPr>
        </p:nvSpPr>
        <p:spPr>
          <a:xfrm>
            <a:off x="356591" y="987574"/>
            <a:ext cx="8064500" cy="3481388"/>
          </a:xfrm>
        </p:spPr>
        <p:txBody>
          <a:bodyPr/>
          <a:lstStyle/>
          <a:p>
            <a:pPr>
              <a:defRPr/>
            </a:pPr>
            <a:r>
              <a:rPr lang="en-ZA" b="1" dirty="0"/>
              <a:t>What to present?</a:t>
            </a:r>
          </a:p>
          <a:p>
            <a:pPr lvl="1">
              <a:defRPr/>
            </a:pPr>
            <a:r>
              <a:rPr lang="en-ZA" dirty="0"/>
              <a:t>Introduction and description of the problem</a:t>
            </a:r>
          </a:p>
          <a:p>
            <a:pPr lvl="1">
              <a:defRPr/>
            </a:pPr>
            <a:r>
              <a:rPr lang="en-ZA" dirty="0"/>
              <a:t>The project objectives and the plan to address them</a:t>
            </a:r>
          </a:p>
          <a:p>
            <a:pPr lvl="1">
              <a:defRPr/>
            </a:pPr>
            <a:r>
              <a:rPr lang="en-ZA" dirty="0"/>
              <a:t>Hardware and software requirements</a:t>
            </a:r>
          </a:p>
          <a:p>
            <a:pPr lvl="1">
              <a:defRPr/>
            </a:pPr>
            <a:r>
              <a:rPr lang="en-ZA" dirty="0"/>
              <a:t>High-level use-case diagram (so the examiner knows who the intended user types are)</a:t>
            </a:r>
          </a:p>
          <a:p>
            <a:pPr lvl="1">
              <a:defRPr/>
            </a:pPr>
            <a:r>
              <a:rPr lang="en-ZA" dirty="0"/>
              <a:t>Relational database model diagram (so the examiner can see the scope of the project)</a:t>
            </a:r>
          </a:p>
          <a:p>
            <a:pPr lvl="1">
              <a:defRPr/>
            </a:pPr>
            <a:r>
              <a:rPr lang="en-ZA" dirty="0"/>
              <a:t>System demonstration</a:t>
            </a:r>
          </a:p>
        </p:txBody>
      </p:sp>
    </p:spTree>
    <p:extLst>
      <p:ext uri="{BB962C8B-B14F-4D97-AF65-F5344CB8AC3E}">
        <p14:creationId xmlns:p14="http://schemas.microsoft.com/office/powerpoint/2010/main" val="262527573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CBA3-5B16-3246-A2A0-F4C4E0AD1C4B}"/>
              </a:ext>
            </a:extLst>
          </p:cNvPr>
          <p:cNvSpPr>
            <a:spLocks noGrp="1"/>
          </p:cNvSpPr>
          <p:nvPr>
            <p:ph type="title"/>
          </p:nvPr>
        </p:nvSpPr>
        <p:spPr/>
        <p:txBody>
          <a:bodyPr/>
          <a:lstStyle/>
          <a:p>
            <a:r>
              <a:rPr lang="en-US" dirty="0"/>
              <a:t>Final deliveries / submissions</a:t>
            </a:r>
          </a:p>
        </p:txBody>
      </p:sp>
      <p:sp>
        <p:nvSpPr>
          <p:cNvPr id="3" name="Content Placeholder 2">
            <a:extLst>
              <a:ext uri="{FF2B5EF4-FFF2-40B4-BE49-F238E27FC236}">
                <a16:creationId xmlns:a16="http://schemas.microsoft.com/office/drawing/2014/main" id="{F2558FB0-48F4-0A42-AAD4-F37DBEB28AB6}"/>
              </a:ext>
            </a:extLst>
          </p:cNvPr>
          <p:cNvSpPr>
            <a:spLocks noGrp="1"/>
          </p:cNvSpPr>
          <p:nvPr>
            <p:ph idx="1"/>
          </p:nvPr>
        </p:nvSpPr>
        <p:spPr/>
        <p:txBody>
          <a:bodyPr/>
          <a:lstStyle/>
          <a:p>
            <a:r>
              <a:rPr lang="en-US" b="1" dirty="0"/>
              <a:t>Final System</a:t>
            </a:r>
            <a:r>
              <a:rPr lang="en-US" dirty="0"/>
              <a:t> - due by </a:t>
            </a:r>
            <a:r>
              <a:rPr lang="en-US" b="1" dirty="0"/>
              <a:t>14 November 2025 23:59</a:t>
            </a:r>
            <a:endParaRPr lang="en-US" dirty="0"/>
          </a:p>
          <a:p>
            <a:pPr lvl="1"/>
            <a:r>
              <a:rPr lang="en-US" dirty="0"/>
              <a:t>Submit a single zip file via the Moodle submission link.</a:t>
            </a:r>
          </a:p>
          <a:p>
            <a:pPr lvl="1"/>
            <a:r>
              <a:rPr lang="en-US" dirty="0"/>
              <a:t>Will be viewed if questions arise during the marking of your final documentation.</a:t>
            </a:r>
          </a:p>
          <a:p>
            <a:pPr lvl="1"/>
            <a:r>
              <a:rPr lang="en-US" dirty="0"/>
              <a:t>Marks to be deducted from final documentation if not submitted.</a:t>
            </a:r>
          </a:p>
        </p:txBody>
      </p:sp>
    </p:spTree>
    <p:extLst>
      <p:ext uri="{BB962C8B-B14F-4D97-AF65-F5344CB8AC3E}">
        <p14:creationId xmlns:p14="http://schemas.microsoft.com/office/powerpoint/2010/main" val="3900068347"/>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80980-B6C4-D61D-A7AA-BEA34C099BDD}"/>
              </a:ext>
            </a:extLst>
          </p:cNvPr>
          <p:cNvSpPr>
            <a:spLocks noGrp="1"/>
          </p:cNvSpPr>
          <p:nvPr>
            <p:ph type="title"/>
          </p:nvPr>
        </p:nvSpPr>
        <p:spPr/>
        <p:txBody>
          <a:bodyPr/>
          <a:lstStyle/>
          <a:p>
            <a:r>
              <a:rPr lang="en-US" dirty="0"/>
              <a:t>Important Dates</a:t>
            </a:r>
            <a:endParaRPr lang="en-ZA" dirty="0"/>
          </a:p>
        </p:txBody>
      </p:sp>
      <p:sp>
        <p:nvSpPr>
          <p:cNvPr id="3" name="Content Placeholder 2">
            <a:extLst>
              <a:ext uri="{FF2B5EF4-FFF2-40B4-BE49-F238E27FC236}">
                <a16:creationId xmlns:a16="http://schemas.microsoft.com/office/drawing/2014/main" id="{4C9CAB85-2A87-14CD-5260-F1B3CFAC5C7F}"/>
              </a:ext>
            </a:extLst>
          </p:cNvPr>
          <p:cNvSpPr>
            <a:spLocks noGrp="1"/>
          </p:cNvSpPr>
          <p:nvPr>
            <p:ph idx="1"/>
          </p:nvPr>
        </p:nvSpPr>
        <p:spPr/>
        <p:txBody>
          <a:bodyPr/>
          <a:lstStyle/>
          <a:p>
            <a:r>
              <a:rPr lang="en-US" dirty="0"/>
              <a:t>Project Presentation Dates:</a:t>
            </a:r>
          </a:p>
          <a:p>
            <a:pPr lvl="1"/>
            <a:r>
              <a:rPr lang="en-US" dirty="0"/>
              <a:t>10 &amp; 11 November 2025 (Slot Booking to Follow)</a:t>
            </a:r>
          </a:p>
          <a:p>
            <a:r>
              <a:rPr lang="en-US" dirty="0"/>
              <a:t>Project Deliverables Submission Date:</a:t>
            </a:r>
          </a:p>
          <a:p>
            <a:pPr lvl="1"/>
            <a:r>
              <a:rPr lang="en-US" dirty="0"/>
              <a:t>14 November 2025</a:t>
            </a:r>
          </a:p>
          <a:p>
            <a:endParaRPr lang="en-ZA" dirty="0"/>
          </a:p>
        </p:txBody>
      </p:sp>
    </p:spTree>
    <p:extLst>
      <p:ext uri="{BB962C8B-B14F-4D97-AF65-F5344CB8AC3E}">
        <p14:creationId xmlns:p14="http://schemas.microsoft.com/office/powerpoint/2010/main" val="2523184857"/>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push dir="u"/>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3967</TotalTime>
  <Words>410</Words>
  <Application>Microsoft Office PowerPoint</Application>
  <PresentationFormat>On-screen Show (16:9)</PresentationFormat>
  <Paragraphs>46</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Avenir Black</vt:lpstr>
      <vt:lpstr>Avenir Book</vt:lpstr>
      <vt:lpstr>Avenir Medium</vt:lpstr>
      <vt:lpstr>Calibri</vt:lpstr>
      <vt:lpstr>Wingdings</vt:lpstr>
      <vt:lpstr>Default Design</vt:lpstr>
      <vt:lpstr>Final Deliveries –  Presentations, Documentation and System</vt:lpstr>
      <vt:lpstr>Final deliveries / submissions</vt:lpstr>
      <vt:lpstr>Final deliveries / submissions</vt:lpstr>
      <vt:lpstr>Final deliveries / submissions</vt:lpstr>
      <vt:lpstr>Presentation details</vt:lpstr>
      <vt:lpstr>Presentation details</vt:lpstr>
      <vt:lpstr>Final deliveries / submissions</vt:lpstr>
      <vt:lpstr>Important Dates</vt:lpstr>
      <vt:lpstr>PowerPoint Presentation</vt:lpstr>
    </vt:vector>
  </TitlesOfParts>
  <Company>NMMU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CSchonknecht</dc:creator>
  <cp:lastModifiedBy>Mdunyelwa, Vuyolwethu (Mr) (Summerstrand Campus North)</cp:lastModifiedBy>
  <cp:revision>356</cp:revision>
  <dcterms:created xsi:type="dcterms:W3CDTF">2006-12-05T12:30:39Z</dcterms:created>
  <dcterms:modified xsi:type="dcterms:W3CDTF">2025-10-23T22:28:08Z</dcterms:modified>
</cp:coreProperties>
</file>